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69CEE-ECD6-8C0B-E9DF-7BA3C8B8F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8BD889-5648-533A-D809-CE51B9688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A1D00D-0397-B517-96D1-FBE37AED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FF3B78-AFB4-E648-27F4-0354D2D5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EA5596-15B5-B87D-EDD9-C06AB89D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5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970FA-2A7B-C3D4-00EA-0B7FC16D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E4FF1-50CF-4CE2-2129-6E3E6B3BB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A4C072-B822-918F-F66C-CE105F7D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8406D1-1BD5-CB17-7AB7-6B430A29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4E7279-7DAE-B118-F121-CBADFBC1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3B713-BA2C-8218-E507-4F67F2FD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575CBA-80B1-10CB-5705-C56699492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AFA820-2A9A-EC09-DE31-B366C63C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2DF3E-6DA7-FA84-3EB7-A8955FDA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27225C-91E4-2C12-5C09-FA5DEDF5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9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75B4F-388E-B562-FF1B-37961C8E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303AA1-192A-A5D4-81B7-553BFAC6D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BB311C-7AE4-BE0E-11EE-2489AC430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194837-F801-63CE-C96F-DB0DC40D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C49655-69E8-E819-6018-714F48F9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330549-D35E-62D9-C6DE-178C9D85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6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65FC5-3A3D-28A0-1CB0-FB92681E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CB0FE8-E568-F554-E0D5-B3A14FD39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B5635D-A085-8D7A-E038-25E8FF905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592493-37AE-82F6-BDB3-7695EE0B7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86EF62-5F94-6712-F805-83E15B1DF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A23B3C-98EE-C969-D429-11F2FE86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ACC809-2B5E-F125-6386-E892EC22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7304C4-7C3C-38AB-07ED-626E7F06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4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F77F4-D8CD-4516-F7CD-1D4A3213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CE38E6-0CDB-C53C-00FA-73F9A9DA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98AEA4-8649-8B98-F068-3557B624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109141-E94B-F0BC-E908-D34A395C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2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ABA081-A192-4695-E4ED-E5F03B56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0874EE-4EFC-A292-0CD0-DBE99DBA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303C7E-0CDA-00A3-E56A-14F20C39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9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13E0D-5C79-4F40-E61F-5A8B0DB4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F5DA36-4F19-665D-2582-782534410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E636E5-917D-CAEC-5B60-9D1B171F3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BD630F-3F82-C3E0-DB50-5E040D59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1FDC5B-0C41-1968-7813-BA5C3B07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A0C0AD-AD36-7E8E-9D75-21CF2B55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767D3-DF79-4ECE-F024-00CAA641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D458E1-83EE-330B-E6BC-50602630F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5DC85B-1C08-F203-07B3-9829A01D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ADC29-36DC-E280-3D79-74D09242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BB692E-B41E-C6FA-2C55-2C4835F15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065DF1-E2BC-8234-C7C7-2D9F4C4C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5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A20EF-3998-3C09-8A3C-A072283D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2E3E82-6031-551B-EBB4-8D16A8B3A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A87E84-356D-5850-B628-AEDAF8A8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6BF11-F708-73FE-9043-3378819D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E7DCAF-1B0C-BFBB-45A9-DCAC34DB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C764C7-B863-BE7D-0DD1-97D49EBEC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843DD0-2D32-1F70-1EFF-003A82941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07B4F-F5AD-10C6-7106-4EDEBA05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2BF40-CE12-84FE-9B95-CE03E425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189DA0-70C6-AE14-00CD-84B824CA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30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A4BB31-CFC6-C91F-C880-988ADC43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065536-01B5-7B5D-74C0-ED4855F2B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85711-D38A-78F1-EAD6-015A22E9D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EF67C-3E51-4FCC-9C54-B040DF4F6A4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E1D49D-FCED-8D4A-C594-C45CB2CC6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5FD6D7-7BAF-1319-9828-09B0E86C5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9F60D-5806-477A-A54A-1712FC30E8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5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890CDD1-D476-2A2E-BA30-B874348A72F8}"/>
              </a:ext>
            </a:extLst>
          </p:cNvPr>
          <p:cNvSpPr/>
          <p:nvPr/>
        </p:nvSpPr>
        <p:spPr>
          <a:xfrm>
            <a:off x="1401531" y="213529"/>
            <a:ext cx="5632932" cy="9986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Registros madre-recién nacido, Hospital Gineco-Obstétrico Isidro Ayora (SIP-CLAP/OPS), enero 2009-junio 2024</a:t>
            </a:r>
          </a:p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Adolescentes de 10-19 años</a:t>
            </a:r>
          </a:p>
          <a:p>
            <a:pPr algn="ctr"/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7.202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0C70C1B-F734-AAF5-3F01-69F649EF6866}"/>
              </a:ext>
            </a:extLst>
          </p:cNvPr>
          <p:cNvSpPr/>
          <p:nvPr/>
        </p:nvSpPr>
        <p:spPr>
          <a:xfrm>
            <a:off x="1929932" y="2219714"/>
            <a:ext cx="4576133" cy="65797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Registros restantes tras exclusión de duplicaciones</a:t>
            </a:r>
          </a:p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7.187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E5E3A03-8D3D-08F9-70AF-5594B2A44ED9}"/>
              </a:ext>
            </a:extLst>
          </p:cNvPr>
          <p:cNvSpPr/>
          <p:nvPr/>
        </p:nvSpPr>
        <p:spPr>
          <a:xfrm>
            <a:off x="1643486" y="3513946"/>
            <a:ext cx="5149023" cy="82671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MUESTRA ANALÍTICA FINAL</a:t>
            </a:r>
          </a:p>
          <a:p>
            <a:pPr algn="ctr"/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Unidad de análisis: evento obstétrico materno </a:t>
            </a:r>
          </a:p>
          <a:p>
            <a:pPr algn="ctr"/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7.035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34F60ED-C807-C85C-4684-EC5B248F023E}"/>
              </a:ext>
            </a:extLst>
          </p:cNvPr>
          <p:cNvSpPr/>
          <p:nvPr/>
        </p:nvSpPr>
        <p:spPr>
          <a:xfrm>
            <a:off x="1643486" y="4953681"/>
            <a:ext cx="2292702" cy="69346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Adolescentes de 10-14 años, </a:t>
            </a:r>
            <a:r>
              <a:rPr lang="es-EC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386 (5,5%)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C588954-0409-C0EA-716C-B6A0C43EA3E3}"/>
              </a:ext>
            </a:extLst>
          </p:cNvPr>
          <p:cNvSpPr/>
          <p:nvPr/>
        </p:nvSpPr>
        <p:spPr>
          <a:xfrm>
            <a:off x="4499806" y="4953681"/>
            <a:ext cx="2292703" cy="69346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Adolescentes de 15-19 años, </a:t>
            </a:r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6.649 (94,5%)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6A4CD66-B103-0835-9441-B408A20B7B76}"/>
              </a:ext>
            </a:extLst>
          </p:cNvPr>
          <p:cNvSpPr/>
          <p:nvPr/>
        </p:nvSpPr>
        <p:spPr>
          <a:xfrm>
            <a:off x="7486079" y="1300746"/>
            <a:ext cx="4420175" cy="8406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Excluidos:</a:t>
            </a:r>
          </a:p>
          <a:p>
            <a:pPr algn="ctr"/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- 15 registros completamente duplicados en la base cruda.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3AD14FF-2DD9-F680-5DB7-D24782BD5D1E}"/>
              </a:ext>
            </a:extLst>
          </p:cNvPr>
          <p:cNvSpPr/>
          <p:nvPr/>
        </p:nvSpPr>
        <p:spPr>
          <a:xfrm>
            <a:off x="7486079" y="2495553"/>
            <a:ext cx="4420175" cy="134766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ysDash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C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Excluidos: 152 registros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Deduplicación de embarazos múltiples mediante clave compuesta de 13 variables.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umbral de 3 semanas de edad gestacional.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261750-584C-B705-13A9-86B0A7E23BE6}"/>
              </a:ext>
            </a:extLst>
          </p:cNvPr>
          <p:cNvSpPr txBox="1"/>
          <p:nvPr/>
        </p:nvSpPr>
        <p:spPr>
          <a:xfrm>
            <a:off x="328861" y="6180254"/>
            <a:ext cx="11534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Figura 2. Diagrama de flujo STROBE del proceso de selección de participantes.</a:t>
            </a:r>
          </a:p>
          <a:p>
            <a:r>
              <a:rPr lang="es-EC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15 registros duplicados corresponden a filas completamente idénticas en la base cruda. El umbral de 3 semanas para la deduplicación de embarazos múltiples se seleccionó por criterio clínico (incompatibilidad de un mismo evento de parto) y se evaluó su estabilidad en análisis de sensibilidad no incluido en esta figura.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57DFEE5-BA16-097E-1AAC-FC649BD232E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217997" y="1212150"/>
            <a:ext cx="2" cy="100756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F3FC109-F7D4-80D3-D5E8-0B911F8CDDE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217998" y="2877690"/>
            <a:ext cx="1" cy="63625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7D25B31-CFD0-1F6F-D443-908B0F165694}"/>
              </a:ext>
            </a:extLst>
          </p:cNvPr>
          <p:cNvCxnSpPr>
            <a:cxnSpLocks/>
          </p:cNvCxnSpPr>
          <p:nvPr/>
        </p:nvCxnSpPr>
        <p:spPr>
          <a:xfrm flipH="1">
            <a:off x="4217997" y="4359805"/>
            <a:ext cx="1" cy="270327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20A0E01-8F67-F233-C672-F8C387590437}"/>
              </a:ext>
            </a:extLst>
          </p:cNvPr>
          <p:cNvCxnSpPr>
            <a:cxnSpLocks/>
          </p:cNvCxnSpPr>
          <p:nvPr/>
        </p:nvCxnSpPr>
        <p:spPr>
          <a:xfrm>
            <a:off x="2789837" y="4649280"/>
            <a:ext cx="285632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757305F-5DF2-BEF5-2857-E5823866A24C}"/>
              </a:ext>
            </a:extLst>
          </p:cNvPr>
          <p:cNvCxnSpPr>
            <a:endCxn id="7" idx="0"/>
          </p:cNvCxnSpPr>
          <p:nvPr/>
        </p:nvCxnSpPr>
        <p:spPr>
          <a:xfrm>
            <a:off x="2789837" y="4658707"/>
            <a:ext cx="0" cy="29497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8EBC66F-B0DD-64F4-99E9-884B5002F64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46157" y="4649280"/>
            <a:ext cx="1" cy="304401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CE91F21-4F33-61FD-11A4-6FBDF1573CFB}"/>
              </a:ext>
            </a:extLst>
          </p:cNvPr>
          <p:cNvCxnSpPr>
            <a:cxnSpLocks/>
          </p:cNvCxnSpPr>
          <p:nvPr/>
        </p:nvCxnSpPr>
        <p:spPr>
          <a:xfrm>
            <a:off x="4217997" y="1696561"/>
            <a:ext cx="3249032" cy="1161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78D5A1F-F35C-6466-4D2D-FB149E4CFB2D}"/>
              </a:ext>
            </a:extLst>
          </p:cNvPr>
          <p:cNvCxnSpPr/>
          <p:nvPr/>
        </p:nvCxnSpPr>
        <p:spPr>
          <a:xfrm>
            <a:off x="4217997" y="3175753"/>
            <a:ext cx="3249031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7776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172</Words>
  <Application>Microsoft Office PowerPoint</Application>
  <PresentationFormat>Panorámica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ZULIANY NATASHA CERVANTES SAN LUCAS</dc:creator>
  <cp:lastModifiedBy>SANTIAGO NOE VASCO MORALES</cp:lastModifiedBy>
  <cp:revision>3</cp:revision>
  <dcterms:created xsi:type="dcterms:W3CDTF">2026-07-16T17:24:20Z</dcterms:created>
  <dcterms:modified xsi:type="dcterms:W3CDTF">2026-07-19T08:58:56Z</dcterms:modified>
</cp:coreProperties>
</file>